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 snapToObjects="1">
      <p:cViewPr varScale="1">
        <p:scale>
          <a:sx n="104" d="100"/>
          <a:sy n="104" d="100"/>
        </p:scale>
        <p:origin x="232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71CE2-3FDE-8741-8B61-C34A371F31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EFF78F-0DF1-E045-A70C-F88666A324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FF2C13-B950-5C49-AEC7-D50BE30ECD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C08F-5BAD-784C-92BC-E89691C6962D}" type="datetimeFigureOut">
              <a:rPr lang="en-US" smtClean="0"/>
              <a:t>2/18/21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5D7C27-2253-DF45-8855-C647C4F9CD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708100-D0EC-F84C-ADDF-944CBDBC4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4717ED-E7B2-A54B-9EA1-05C2E152C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4037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DBEF8-EBBE-BB4C-8E55-819E338DC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4B2CBD-0FCC-ED49-8706-F84946AD56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39D383-D259-B54D-98DA-1FCD21D95D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C08F-5BAD-784C-92BC-E89691C6962D}" type="datetimeFigureOut">
              <a:rPr lang="en-US" smtClean="0"/>
              <a:t>2/18/21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8C05B3-0DD2-4446-8900-7686532A79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E5B9D9-0698-6E47-8442-5E8512CB9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4717ED-E7B2-A54B-9EA1-05C2E152C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8774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39DDF-0CCA-CE49-AF1B-B56198D076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67530-C930-DE4E-B2B0-9B109C8673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59FAA2-430B-4C42-8E80-EAA68074E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C08F-5BAD-784C-92BC-E89691C6962D}" type="datetimeFigureOut">
              <a:rPr lang="en-US" smtClean="0"/>
              <a:t>2/18/21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E9634A-875F-2345-B61C-D4494A5A3C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B78CE2-83E2-0944-BADE-D9649F435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4717ED-E7B2-A54B-9EA1-05C2E152C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558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C221D-183B-E440-A9EF-A6FD7AF9F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DDB07-5B2A-9E4B-B519-A714EAED0C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6386FE-F38A-064E-9EAF-C708F65402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161924-729E-3A4F-B1D6-73B45E1A7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C08F-5BAD-784C-92BC-E89691C6962D}" type="datetimeFigureOut">
              <a:rPr lang="en-US" smtClean="0"/>
              <a:t>2/18/21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69DE1-8C50-C045-84E0-7130D74A43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90BBDA-40E5-2943-A355-CA3FA335A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4717ED-E7B2-A54B-9EA1-05C2E152C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4479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9AFC15-D667-7341-A7FE-93DAB15ECB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5DABB2-1F4A-EB49-92AE-9C2C55A3D1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54A1E5-199E-0044-8BA5-BF5977084D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3E5E33-44DC-1A4F-81AF-A3D2C23264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F88BFA-6527-114F-99A5-EE691C4A38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8125D09-B0E0-4348-AA2B-BAFBCBA05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C08F-5BAD-784C-92BC-E89691C6962D}" type="datetimeFigureOut">
              <a:rPr lang="en-US" smtClean="0"/>
              <a:t>2/18/21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4202B62-7571-6149-BDD0-3064DBAB4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F4CED74-5E9A-634E-9EC6-F2755AD49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4717ED-E7B2-A54B-9EA1-05C2E152C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434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BE3D7F-B3CE-4249-B607-7E11FCF58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00BC46-15A7-C745-A098-7D9EE0695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C08F-5BAD-784C-92BC-E89691C6962D}" type="datetimeFigureOut">
              <a:rPr lang="en-US" smtClean="0"/>
              <a:t>2/18/21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9285F0-85A8-AC46-B004-4A483CECE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2047AD-8898-3741-A0FE-3D1FFC8EE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4717ED-E7B2-A54B-9EA1-05C2E152C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7782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D2B265-11EF-5240-9477-A5172C6E11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C08F-5BAD-784C-92BC-E89691C6962D}" type="datetimeFigureOut">
              <a:rPr lang="en-US" smtClean="0"/>
              <a:t>2/18/21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73075B2-1E2F-C04B-8F0B-F58E429B0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654C26-D02C-4640-9C8E-9A6C625D7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4717ED-E7B2-A54B-9EA1-05C2E152C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222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0621E-EE60-7343-A7CC-95917ACBB7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1FE78E-3269-A143-9620-32CCC36EA1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41D632-900C-A44C-AD20-37E66B9F2E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8902F6-BE23-5F49-93F5-E963C4B97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C08F-5BAD-784C-92BC-E89691C6962D}" type="datetimeFigureOut">
              <a:rPr lang="en-US" smtClean="0"/>
              <a:t>2/18/21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C6D8C9-7B6C-1346-8E63-94740FF72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117BC6-9C3B-C045-88BC-345922D24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4717ED-E7B2-A54B-9EA1-05C2E152C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1111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74EEA2-00F1-1D40-A67A-A3570F875E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647967-9C2C-F945-999F-C42DCCCE1C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0AF8A1-A2AB-1044-B0B1-BDFBB2E448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5DA5A3-AB5A-914B-BBCF-B012BEC23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C08F-5BAD-784C-92BC-E89691C6962D}" type="datetimeFigureOut">
              <a:rPr lang="en-US" smtClean="0"/>
              <a:t>2/18/21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5166EB-E138-0B4D-A9B7-97E2F85CC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44335D-30B2-4A41-8878-757DD310E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4717ED-E7B2-A54B-9EA1-05C2E152C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2688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A4E81-A216-584E-BD7F-3BB01AABC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299A22-A4A7-4648-B975-3733329AD1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56F772-8448-A74F-AD7A-D62EF7E2A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C08F-5BAD-784C-92BC-E89691C6962D}" type="datetimeFigureOut">
              <a:rPr lang="en-US" smtClean="0"/>
              <a:t>2/18/21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B9A02A-B940-144F-8FD0-33618F6ED6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1559EE-00CD-7C4C-85E4-4F321A0B8C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4717ED-E7B2-A54B-9EA1-05C2E152C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4098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DDC2E06-CF89-2C4E-9569-08FD246BB9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754A36-45B9-F943-B0C7-A8B6C7F82A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5723DE-952D-F44B-9C28-DF3351899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4C08F-5BAD-784C-92BC-E89691C6962D}" type="datetimeFigureOut">
              <a:rPr lang="en-US" smtClean="0"/>
              <a:t>2/18/21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429FF4-FE92-C94F-AC52-E268C7C88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2568C0-769D-1A48-86C7-2770100BC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4717ED-E7B2-A54B-9EA1-05C2E152C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6662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F620527-6889-1846-B0F6-44D11DE994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9CAA9F-2FF8-A241-B542-28F067D5F2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BA4757-9F88-B646-AC94-6968DEF8A8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B4C08F-5BAD-784C-92BC-E89691C6962D}" type="datetimeFigureOut">
              <a:rPr lang="en-US" smtClean="0"/>
              <a:t>2/18/21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A8A2E7-B700-B443-AB09-0B92779075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8726EB-922D-FE44-8F94-1F27EC8D4C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4717ED-E7B2-A54B-9EA1-05C2E152C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6956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28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9" name="Freeform: Shape 30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3" name="Freeform: Shape 32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CF990C-147A-564D-AF26-E55CDE04BA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3" y="1999615"/>
            <a:ext cx="9144000" cy="2764028"/>
          </a:xfrm>
        </p:spPr>
        <p:txBody>
          <a:bodyPr anchor="ctr">
            <a:normAutofit/>
          </a:bodyPr>
          <a:lstStyle/>
          <a:p>
            <a:r>
              <a:rPr lang="en-US" sz="7200"/>
              <a:t>JAVA DESIGN PATTERNS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76434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582F3-5BC2-114F-AB51-A93318B33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118" y="112877"/>
            <a:ext cx="10292254" cy="917137"/>
          </a:xfrm>
        </p:spPr>
        <p:txBody>
          <a:bodyPr>
            <a:normAutofit/>
          </a:bodyPr>
          <a:lstStyle/>
          <a:p>
            <a:r>
              <a:rPr lang="en-US" sz="3600" dirty="0"/>
              <a:t>Benefits of Design Patterns: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DE91CD-4A20-AC46-8762-EBB6F07F52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4118" y="1220623"/>
            <a:ext cx="8925910" cy="5169666"/>
          </a:xfrm>
        </p:spPr>
        <p:txBody>
          <a:bodyPr>
            <a:normAutofit/>
          </a:bodyPr>
          <a:lstStyle/>
          <a:p>
            <a:r>
              <a:rPr lang="en-IN" sz="2400" dirty="0"/>
              <a:t>Already defined and provides </a:t>
            </a:r>
            <a:r>
              <a:rPr lang="en-IN" sz="2400" b="1" dirty="0"/>
              <a:t>industry standard approach</a:t>
            </a:r>
            <a:r>
              <a:rPr lang="en-IN" sz="2400" dirty="0"/>
              <a:t> to solve a recurring problem</a:t>
            </a:r>
          </a:p>
          <a:p>
            <a:r>
              <a:rPr lang="en-IN" sz="2400" dirty="0"/>
              <a:t>Promotes </a:t>
            </a:r>
            <a:r>
              <a:rPr lang="en-IN" sz="2400" b="1" dirty="0"/>
              <a:t>reusability</a:t>
            </a:r>
            <a:r>
              <a:rPr lang="en-IN" sz="2400" dirty="0"/>
              <a:t> leading to more </a:t>
            </a:r>
            <a:r>
              <a:rPr lang="en-IN" sz="2400" b="1" dirty="0"/>
              <a:t>robust</a:t>
            </a:r>
            <a:r>
              <a:rPr lang="en-IN" sz="2400" dirty="0"/>
              <a:t> and highly maintainable code.</a:t>
            </a:r>
          </a:p>
          <a:p>
            <a:r>
              <a:rPr lang="en-IN" sz="2400" dirty="0"/>
              <a:t>Leads to faster development 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493923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582F3-5BC2-114F-AB51-A93318B33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118" y="112877"/>
            <a:ext cx="10292254" cy="917137"/>
          </a:xfrm>
        </p:spPr>
        <p:txBody>
          <a:bodyPr>
            <a:normAutofit/>
          </a:bodyPr>
          <a:lstStyle/>
          <a:p>
            <a:r>
              <a:rPr lang="en-US" sz="3600" dirty="0"/>
              <a:t>Singleton Pattern: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DE91CD-4A20-AC46-8762-EBB6F07F52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4118" y="1220623"/>
            <a:ext cx="8925910" cy="5169666"/>
          </a:xfrm>
        </p:spPr>
        <p:txBody>
          <a:bodyPr>
            <a:normAutofit/>
          </a:bodyPr>
          <a:lstStyle/>
          <a:p>
            <a:r>
              <a:rPr lang="en-IN" sz="2400" dirty="0"/>
              <a:t>Restricts the instantiation of a class and ensures that only one instance of the class exists in the java virtual machine</a:t>
            </a:r>
          </a:p>
          <a:p>
            <a:r>
              <a:rPr lang="en-IN" sz="2400" dirty="0"/>
              <a:t>Must provide a global access point to get the instance of the class</a:t>
            </a:r>
          </a:p>
        </p:txBody>
      </p:sp>
    </p:spTree>
    <p:extLst>
      <p:ext uri="{BB962C8B-B14F-4D97-AF65-F5344CB8AC3E}">
        <p14:creationId xmlns:p14="http://schemas.microsoft.com/office/powerpoint/2010/main" val="32031831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582F3-5BC2-114F-AB51-A93318B33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873" y="303486"/>
            <a:ext cx="10292254" cy="917137"/>
          </a:xfrm>
        </p:spPr>
        <p:txBody>
          <a:bodyPr>
            <a:normAutofit/>
          </a:bodyPr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800" dirty="0"/>
              <a:t>Singleton Pattern Implementation: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DE91CD-4A20-AC46-8762-EBB6F07F52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9842" y="1220623"/>
            <a:ext cx="8925910" cy="2100646"/>
          </a:xfrm>
        </p:spPr>
        <p:txBody>
          <a:bodyPr>
            <a:normAutofit lnSpcReduction="10000"/>
          </a:bodyPr>
          <a:lstStyle/>
          <a:p>
            <a:r>
              <a:rPr lang="en-IN" sz="2200" dirty="0"/>
              <a:t>Private constructor to restrict instantiation of the class from other classes</a:t>
            </a:r>
          </a:p>
          <a:p>
            <a:r>
              <a:rPr lang="en-IN" sz="2200" dirty="0"/>
              <a:t>Private static variable of the same class that is the only instance of the class.</a:t>
            </a:r>
          </a:p>
          <a:p>
            <a:r>
              <a:rPr lang="en-IN" sz="2200" dirty="0"/>
              <a:t>Public static method that returns the instance of the class, this is the global access point for outer world to get the instance of the singleton class.</a:t>
            </a:r>
          </a:p>
          <a:p>
            <a:r>
              <a:rPr lang="en-IN" sz="2200" dirty="0"/>
              <a:t>Various initialization techniques like Eager, Lazy, Thread Safe, etc.</a:t>
            </a:r>
          </a:p>
          <a:p>
            <a:endParaRPr lang="en-IN" sz="22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B5D1DF2-99E1-7D4F-8FB2-764EFC237616}"/>
              </a:ext>
            </a:extLst>
          </p:cNvPr>
          <p:cNvSpPr txBox="1">
            <a:spLocks/>
          </p:cNvSpPr>
          <p:nvPr/>
        </p:nvSpPr>
        <p:spPr>
          <a:xfrm>
            <a:off x="949873" y="3972697"/>
            <a:ext cx="10292254" cy="9171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>
              <a:buFont typeface="Wingdings" pitchFamily="2" charset="2"/>
              <a:buChar char="Ø"/>
            </a:pPr>
            <a:r>
              <a:rPr lang="en-US" sz="2800" dirty="0"/>
              <a:t>Singleton Pattern Usages: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7D2A421-28D3-C94C-887D-40C0EC2A841C}"/>
              </a:ext>
            </a:extLst>
          </p:cNvPr>
          <p:cNvSpPr txBox="1">
            <a:spLocks/>
          </p:cNvSpPr>
          <p:nvPr/>
        </p:nvSpPr>
        <p:spPr>
          <a:xfrm>
            <a:off x="1489842" y="4889834"/>
            <a:ext cx="8925910" cy="21006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2200" dirty="0"/>
              <a:t>Singleton pattern is used for logging, drivers objects, caching and thread pool.</a:t>
            </a:r>
          </a:p>
          <a:p>
            <a:r>
              <a:rPr lang="en-IN" sz="2000" dirty="0"/>
              <a:t>Singleton design pattern is used in core java classes also, for example </a:t>
            </a:r>
            <a:r>
              <a:rPr lang="en-IN" sz="2000" dirty="0" err="1"/>
              <a:t>java.lang.Runtime</a:t>
            </a:r>
            <a:r>
              <a:rPr lang="en-IN" sz="2000" dirty="0"/>
              <a:t>, </a:t>
            </a:r>
            <a:r>
              <a:rPr lang="en-IN" sz="2000" dirty="0" err="1"/>
              <a:t>java.awt.Desktop</a:t>
            </a:r>
            <a:r>
              <a:rPr lang="en-IN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115071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582F3-5BC2-114F-AB51-A93318B33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118" y="112877"/>
            <a:ext cx="10292254" cy="917137"/>
          </a:xfrm>
        </p:spPr>
        <p:txBody>
          <a:bodyPr>
            <a:normAutofit/>
          </a:bodyPr>
          <a:lstStyle/>
          <a:p>
            <a:r>
              <a:rPr lang="en-US" sz="3600" dirty="0"/>
              <a:t>Singleton Pattern: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DE91CD-4A20-AC46-8762-EBB6F07F52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4118" y="1220623"/>
            <a:ext cx="8925910" cy="5169666"/>
          </a:xfrm>
        </p:spPr>
        <p:txBody>
          <a:bodyPr>
            <a:normAutofit/>
          </a:bodyPr>
          <a:lstStyle/>
          <a:p>
            <a:r>
              <a:rPr lang="en-IN" sz="2400" dirty="0"/>
              <a:t>Restricts the instantiation of a class and ensures that only one instance of the class exists in the java virtual machine</a:t>
            </a:r>
          </a:p>
          <a:p>
            <a:r>
              <a:rPr lang="en-IN" sz="2400" dirty="0"/>
              <a:t>Must provide a global access point to get the instance of the class</a:t>
            </a:r>
          </a:p>
        </p:txBody>
      </p:sp>
    </p:spTree>
    <p:extLst>
      <p:ext uri="{BB962C8B-B14F-4D97-AF65-F5344CB8AC3E}">
        <p14:creationId xmlns:p14="http://schemas.microsoft.com/office/powerpoint/2010/main" val="28444759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8476</TotalTime>
  <Words>226</Words>
  <Application>Microsoft Macintosh PowerPoint</Application>
  <PresentationFormat>Widescreen</PresentationFormat>
  <Paragraphs>19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Wingdings</vt:lpstr>
      <vt:lpstr>Office Theme</vt:lpstr>
      <vt:lpstr>JAVA DESIGN PATTERNS</vt:lpstr>
      <vt:lpstr>Benefits of Design Patterns:</vt:lpstr>
      <vt:lpstr>Singleton Pattern:</vt:lpstr>
      <vt:lpstr>Singleton Pattern Implementation:</vt:lpstr>
      <vt:lpstr>Singleton Pattern: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JAVA DESIGN PATTERNS</dc:title>
  <dc:creator>Aman Jain (amanjain)</dc:creator>
  <cp:lastModifiedBy>Aman Jain (amanjain)</cp:lastModifiedBy>
  <cp:revision>7</cp:revision>
  <dcterms:created xsi:type="dcterms:W3CDTF">2021-02-18T16:11:25Z</dcterms:created>
  <dcterms:modified xsi:type="dcterms:W3CDTF">2021-02-24T13:28:00Z</dcterms:modified>
</cp:coreProperties>
</file>